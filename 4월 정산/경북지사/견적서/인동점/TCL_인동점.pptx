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인동점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70" y="7290496"/>
            <a:ext cx="1712210" cy="2282947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