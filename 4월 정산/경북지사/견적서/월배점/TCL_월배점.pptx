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월배점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912" y="7290496"/>
            <a:ext cx="3043929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