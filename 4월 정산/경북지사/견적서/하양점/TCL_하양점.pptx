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하양점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974" y="1385839"/>
            <a:ext cx="1711805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