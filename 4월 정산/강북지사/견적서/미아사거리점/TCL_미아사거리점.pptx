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3480" y="-9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강북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미아사거리점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4070" y="7290496"/>
            <a:ext cx="1712210" cy="2282947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4362" y="7655557"/>
            <a:ext cx="2070433" cy="155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박수경</cp:lastModifiedBy>
  <cp:revision>18</cp:revision>
  <dcterms:created xsi:type="dcterms:W3CDTF">2026-02-20T07:48:44Z</dcterms:created>
  <dcterms:modified xsi:type="dcterms:W3CDTF">2026-04-18T02:28:33Z</dcterms:modified>
</cp:coreProperties>
</file>