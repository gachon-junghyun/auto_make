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석관점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3772" y="1385839"/>
            <a:ext cx="1712210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13772" y="4338168"/>
            <a:ext cx="1712210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3473" y="7290496"/>
            <a:ext cx="1712210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