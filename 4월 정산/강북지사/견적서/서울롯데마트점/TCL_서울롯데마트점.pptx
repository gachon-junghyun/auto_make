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5" d="100"/>
          <a:sy n="75" d="100"/>
        </p:scale>
        <p:origin x="-3480" y="-9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Relationship Id="rId9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/>
              <a:t>강북</a:t>
            </a:r>
            <a:r>
              <a:rPr lang="ko-KR" altLang="en-US" b="1" dirty="0" smtClean="0"/>
              <a:t>지사</a:t>
            </a:r>
            <a:r>
              <a:rPr lang="ko-KR" altLang="en-US" dirty="0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서울롯데마트점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4959" y="7655557"/>
            <a:ext cx="2070433" cy="1552824"/>
          </a:xfrm>
          <a:prstGeom prst="rect">
            <a:avLst/>
          </a:prstGeom>
        </p:spPr>
      </p:pic>
      <p:pic>
        <p:nvPicPr>
          <p:cNvPr id="15" name="Picture 14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24362" y="7655557"/>
            <a:ext cx="2070433" cy="1552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박수경</cp:lastModifiedBy>
  <cp:revision>18</cp:revision>
  <dcterms:created xsi:type="dcterms:W3CDTF">2026-02-20T07:48:44Z</dcterms:created>
  <dcterms:modified xsi:type="dcterms:W3CDTF">2026-04-18T02:28:33Z</dcterms:modified>
</cp:coreProperties>
</file>