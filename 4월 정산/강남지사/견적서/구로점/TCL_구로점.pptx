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/>
              <a:t>강남</a:t>
            </a:r>
            <a:r>
              <a:rPr lang="ko-KR" altLang="en-US" b="1" dirty="0" err="1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구로점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4070" y="7290496"/>
            <a:ext cx="1712210" cy="2282947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17</cp:revision>
  <dcterms:created xsi:type="dcterms:W3CDTF">2026-02-20T07:48:44Z</dcterms:created>
  <dcterms:modified xsi:type="dcterms:W3CDTF">2026-04-17T15:36:44Z</dcterms:modified>
</cp:coreProperties>
</file>