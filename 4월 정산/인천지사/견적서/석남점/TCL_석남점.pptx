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3204" y="12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경북</a:t>
            </a:r>
            <a:r>
              <a:rPr lang="ko-KR" altLang="en-US" b="1" dirty="0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석남점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3772" y="1385839"/>
            <a:ext cx="1712210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3772" y="4338168"/>
            <a:ext cx="1712210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912" y="7290496"/>
            <a:ext cx="3043929" cy="228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HY견고딕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한정현</cp:lastModifiedBy>
  <cp:revision>15</cp:revision>
  <dcterms:created xsi:type="dcterms:W3CDTF">2026-02-20T07:48:44Z</dcterms:created>
  <dcterms:modified xsi:type="dcterms:W3CDTF">2026-04-11T10:21:52Z</dcterms:modified>
</cp:coreProperties>
</file>