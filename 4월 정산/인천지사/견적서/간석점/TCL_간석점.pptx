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경북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간석점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15</cp:revision>
  <dcterms:created xsi:type="dcterms:W3CDTF">2026-02-20T07:48:44Z</dcterms:created>
  <dcterms:modified xsi:type="dcterms:W3CDTF">2026-04-11T10:21:52Z</dcterms:modified>
</cp:coreProperties>
</file>