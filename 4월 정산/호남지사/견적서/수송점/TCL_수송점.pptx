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6858000" cy="9906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3204" y="126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3077283"/>
            <a:ext cx="5829300" cy="2123369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613400"/>
            <a:ext cx="4800600" cy="25315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32143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21559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6365522"/>
            <a:ext cx="5829300" cy="196744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4198587"/>
            <a:ext cx="5829300" cy="216693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7468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6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1" y="3081867"/>
            <a:ext cx="2257425" cy="871590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0759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217385"/>
            <a:ext cx="303014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3141486"/>
            <a:ext cx="303014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70" y="2217385"/>
            <a:ext cx="3031331" cy="92410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70" y="3141486"/>
            <a:ext cx="3031331" cy="570741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92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57157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84992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1" y="394406"/>
            <a:ext cx="2256235" cy="167851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8" y="394406"/>
            <a:ext cx="3833813" cy="845449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1" y="2072923"/>
            <a:ext cx="2256235" cy="677598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24678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934201"/>
            <a:ext cx="4114800" cy="81862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85119"/>
            <a:ext cx="4114800" cy="59436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752823"/>
            <a:ext cx="4114800" cy="116257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97864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564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529697"/>
            <a:ext cx="1157288" cy="1126807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6" y="529697"/>
            <a:ext cx="3357563" cy="1126807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6112093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96699"/>
            <a:ext cx="6172200" cy="1651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311402"/>
            <a:ext cx="6172200" cy="65375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303903-F653-4C89-995E-2E3561D73305}" type="datetimeFigureOut">
              <a:rPr lang="ko-KR" altLang="en-US" smtClean="0"/>
              <a:t>2026-04-11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9181396"/>
            <a:ext cx="21717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9181396"/>
            <a:ext cx="1600200" cy="527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008A33-9E4B-4350-8BF0-E1F6B38E7D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3250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jpeg"/><Relationship Id="rId6" Type="http://schemas.openxmlformats.org/officeDocument/2006/relationships/image" Target="../media/image5.jpg"/><Relationship Id="rId7" Type="http://schemas.openxmlformats.org/officeDocument/2006/relationships/image" Target="../media/image6.jpg"/><Relationship Id="rId8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162511" y="200472"/>
            <a:ext cx="17235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3000" b="1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완료사진</a:t>
            </a:r>
            <a:endParaRPr lang="en-US" altLang="ko-KR" sz="3000" b="1" dirty="0" smtClean="0"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3818695" y="344488"/>
            <a:ext cx="20585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smtClean="0"/>
              <a:t>호남지사</a:t>
            </a:r>
            <a:r>
              <a:rPr lang="ko-KR" altLang="en-US" smtClean="0"/>
              <a:t> </a:t>
            </a:r>
            <a:r>
              <a:rPr lang="en-US" altLang="ko-KR" dirty="0" smtClean="0"/>
              <a:t>- </a:t>
            </a:r>
            <a:r>
              <a:rPr lang="ko-KR" altLang="en-US" b="1" dirty="0" err="1" smtClean="0"/>
              <a:t>수송점</a:t>
            </a:r>
            <a:endParaRPr lang="ko-KR" altLang="en-US" b="1" dirty="0"/>
          </a:p>
        </p:txBody>
      </p:sp>
      <p:sp>
        <p:nvSpPr>
          <p:cNvPr id="6" name="직사각형 5"/>
          <p:cNvSpPr/>
          <p:nvPr/>
        </p:nvSpPr>
        <p:spPr>
          <a:xfrm>
            <a:off x="1590474" y="1325762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82362" y="3800873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중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1590474" y="4278091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/>
          <p:cNvSpPr txBox="1"/>
          <p:nvPr/>
        </p:nvSpPr>
        <p:spPr>
          <a:xfrm>
            <a:off x="582362" y="6753201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작업 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1590474" y="7230419"/>
            <a:ext cx="4358806" cy="240310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582362" y="848544"/>
            <a:ext cx="15023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>
                <a:latin typeface="HY견고딕" panose="02030600000101010101" pitchFamily="18" charset="-127"/>
                <a:ea typeface="HY견고딕" panose="02030600000101010101" pitchFamily="18" charset="-127"/>
              </a:rPr>
              <a:t>시공 전 사진</a:t>
            </a:r>
            <a:endParaRPr lang="ko-KR" altLang="en-US" dirty="0"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47912" y="1385839"/>
            <a:ext cx="3043929" cy="2282947"/>
          </a:xfrm>
          <a:prstGeom prst="rect">
            <a:avLst/>
          </a:prstGeom>
        </p:spPr>
      </p:pic>
      <p:pic>
        <p:nvPicPr>
          <p:cNvPr id="13" name="Picture 12" descr="image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47912" y="4338168"/>
            <a:ext cx="3043929" cy="2282947"/>
          </a:xfrm>
          <a:prstGeom prst="rect">
            <a:avLst/>
          </a:prstGeom>
        </p:spPr>
      </p:pic>
      <p:pic>
        <p:nvPicPr>
          <p:cNvPr id="14" name="Picture 13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47912" y="7290496"/>
            <a:ext cx="3043929" cy="228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98243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13</Words>
  <Application>Microsoft Office PowerPoint</Application>
  <PresentationFormat>A4 용지(210x297mm)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HY견고딕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박수경</dc:creator>
  <cp:lastModifiedBy>한정현</cp:lastModifiedBy>
  <cp:revision>14</cp:revision>
  <dcterms:created xsi:type="dcterms:W3CDTF">2026-02-20T07:48:44Z</dcterms:created>
  <dcterms:modified xsi:type="dcterms:W3CDTF">2026-04-11T10:19:13Z</dcterms:modified>
</cp:coreProperties>
</file>