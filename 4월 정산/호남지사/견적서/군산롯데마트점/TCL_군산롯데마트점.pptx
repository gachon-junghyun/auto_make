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smtClean="0"/>
              <a:t>호남지사</a:t>
            </a:r>
            <a:r>
              <a:rPr lang="ko-KR" altLang="en-US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군산롯데마트점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12" y="1385839"/>
            <a:ext cx="3043929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4362" y="7655557"/>
            <a:ext cx="2070433" cy="155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14</cp:revision>
  <dcterms:created xsi:type="dcterms:W3CDTF">2026-02-20T07:48:44Z</dcterms:created>
  <dcterms:modified xsi:type="dcterms:W3CDTF">2026-04-11T10:19:13Z</dcterms:modified>
</cp:coreProperties>
</file>