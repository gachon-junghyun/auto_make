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-3480" y="-9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21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15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46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6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1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75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2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71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992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46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78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5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29697"/>
            <a:ext cx="1157288" cy="112680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29697"/>
            <a:ext cx="3357563" cy="112680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120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25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62511" y="200472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완료사진</a:t>
            </a:r>
            <a:endParaRPr lang="en-US" altLang="ko-KR" sz="3000" b="1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8695" y="344488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강북</a:t>
            </a:r>
            <a:r>
              <a:rPr lang="ko-KR" altLang="en-US" b="1" dirty="0" smtClean="0"/>
              <a:t>지사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- </a:t>
            </a:r>
            <a:r>
              <a:rPr lang="ko-KR" altLang="en-US" b="1" dirty="0" err="1" smtClean="0"/>
              <a:t>중계롯데마트점</a:t>
            </a:r>
            <a:endParaRPr lang="ko-KR" altLang="en-US" b="1" dirty="0"/>
          </a:p>
        </p:txBody>
      </p:sp>
      <p:sp>
        <p:nvSpPr>
          <p:cNvPr id="6" name="직사각형 5"/>
          <p:cNvSpPr/>
          <p:nvPr/>
        </p:nvSpPr>
        <p:spPr>
          <a:xfrm>
            <a:off x="1590474" y="1325762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82362" y="3800873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중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590474" y="4278091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82362" y="6753201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90474" y="7230419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82362" y="848544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시공 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3772" y="1385839"/>
            <a:ext cx="1712210" cy="2282947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13772" y="4338168"/>
            <a:ext cx="1712210" cy="2282947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44959" y="7655557"/>
            <a:ext cx="2070433" cy="1552824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03473" y="7290496"/>
            <a:ext cx="1712210" cy="228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2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</Words>
  <Application>Microsoft Office PowerPoint</Application>
  <PresentationFormat>A4 용지(210x297mm)</PresentationFormat>
  <Paragraphs>5</Paragraphs>
  <Slides>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박수경</dc:creator>
  <cp:lastModifiedBy>박수경</cp:lastModifiedBy>
  <cp:revision>18</cp:revision>
  <dcterms:created xsi:type="dcterms:W3CDTF">2026-02-20T07:48:44Z</dcterms:created>
  <dcterms:modified xsi:type="dcterms:W3CDTF">2026-04-18T02:28:33Z</dcterms:modified>
</cp:coreProperties>
</file>