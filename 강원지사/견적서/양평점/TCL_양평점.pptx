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3480" y="-9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강원지사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양평점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3473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박수경</cp:lastModifiedBy>
  <cp:revision>19</cp:revision>
  <dcterms:created xsi:type="dcterms:W3CDTF">2026-02-20T07:48:44Z</dcterms:created>
  <dcterms:modified xsi:type="dcterms:W3CDTF">2026-04-18T02:34:13Z</dcterms:modified>
</cp:coreProperties>
</file>