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-3480" y="-9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1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5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46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75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1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9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5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120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5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62511" y="200472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완료사진</a:t>
            </a:r>
            <a:endParaRPr lang="en-US" altLang="ko-KR" sz="3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8695" y="34448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강원지사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b="1" dirty="0" err="1" smtClean="0"/>
              <a:t>마석점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1590474" y="1325762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2362" y="3800873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중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90474" y="4278091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2362" y="6753201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90474" y="7230419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2362" y="84854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시공 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3772" y="1385839"/>
            <a:ext cx="1712210" cy="2282947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13772" y="4338168"/>
            <a:ext cx="1712210" cy="2282947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4959" y="7655557"/>
            <a:ext cx="2070433" cy="1552824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03473" y="7290496"/>
            <a:ext cx="1712210" cy="228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2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박수경</dc:creator>
  <cp:lastModifiedBy>박수경</cp:lastModifiedBy>
  <cp:revision>19</cp:revision>
  <dcterms:created xsi:type="dcterms:W3CDTF">2026-02-20T07:48:44Z</dcterms:created>
  <dcterms:modified xsi:type="dcterms:W3CDTF">2026-04-18T02:34:13Z</dcterms:modified>
</cp:coreProperties>
</file>