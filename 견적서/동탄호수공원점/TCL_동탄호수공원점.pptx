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416" y="-7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수원지사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동탄호수공원점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10</cp:revision>
  <dcterms:created xsi:type="dcterms:W3CDTF">2026-02-20T07:48:44Z</dcterms:created>
  <dcterms:modified xsi:type="dcterms:W3CDTF">2026-03-28T05:11:44Z</dcterms:modified>
</cp:coreProperties>
</file>