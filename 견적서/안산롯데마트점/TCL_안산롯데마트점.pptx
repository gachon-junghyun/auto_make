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368" y="-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충청</a:t>
            </a:r>
            <a:r>
              <a:rPr lang="ko-KR" altLang="en-US" b="1" smtClean="0"/>
              <a:t>지사</a:t>
            </a:r>
            <a:r>
              <a:rPr lang="ko-KR" altLang="en-US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안산롯데마트점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070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3473" y="4338168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3772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11</cp:revision>
  <dcterms:created xsi:type="dcterms:W3CDTF">2026-02-20T07:48:44Z</dcterms:created>
  <dcterms:modified xsi:type="dcterms:W3CDTF">2026-03-28T05:45:32Z</dcterms:modified>
</cp:coreProperties>
</file>