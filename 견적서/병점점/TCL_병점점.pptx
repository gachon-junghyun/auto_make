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-1416" y="-7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수원지사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병점점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3772" y="1385839"/>
            <a:ext cx="1712210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3772" y="4338168"/>
            <a:ext cx="1712210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912" y="7290496"/>
            <a:ext cx="3043929" cy="228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박수경</cp:lastModifiedBy>
  <cp:revision>10</cp:revision>
  <dcterms:created xsi:type="dcterms:W3CDTF">2026-02-20T07:48:44Z</dcterms:created>
  <dcterms:modified xsi:type="dcterms:W3CDTF">2026-03-28T05:11:44Z</dcterms:modified>
</cp:coreProperties>
</file>