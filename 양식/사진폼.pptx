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6858000" cy="9906000" type="A4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13" d="100"/>
          <a:sy n="113" d="100"/>
        </p:scale>
        <p:origin x="3204" y="126"/>
      </p:cViewPr>
      <p:guideLst>
        <p:guide orient="horz" pos="312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514350" y="3077283"/>
            <a:ext cx="5829300" cy="2123369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028700" y="5613400"/>
            <a:ext cx="4800600" cy="2531533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03903-F653-4C89-995E-2E3561D73305}" type="datetimeFigureOut">
              <a:rPr lang="ko-KR" altLang="en-US" smtClean="0"/>
              <a:t>2026-04-18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08A33-9E4B-4350-8BF0-E1F6B38E7D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32143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03903-F653-4C89-995E-2E3561D73305}" type="datetimeFigureOut">
              <a:rPr lang="ko-KR" altLang="en-US" smtClean="0"/>
              <a:t>2026-04-18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08A33-9E4B-4350-8BF0-E1F6B38E7D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21559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41735" y="6365522"/>
            <a:ext cx="5829300" cy="1967442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41735" y="4198587"/>
            <a:ext cx="5829300" cy="2166936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03903-F653-4C89-995E-2E3561D73305}" type="datetimeFigureOut">
              <a:rPr lang="ko-KR" altLang="en-US" smtClean="0"/>
              <a:t>2026-04-18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08A33-9E4B-4350-8BF0-E1F6B38E7D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74681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257176" y="3081867"/>
            <a:ext cx="2257425" cy="871590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2628901" y="3081867"/>
            <a:ext cx="2257425" cy="871590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03903-F653-4C89-995E-2E3561D73305}" type="datetimeFigureOut">
              <a:rPr lang="ko-KR" altLang="en-US" smtClean="0"/>
              <a:t>2026-04-18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08A33-9E4B-4350-8BF0-E1F6B38E7D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07598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42900" y="396699"/>
            <a:ext cx="6172200" cy="1651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0" y="2217385"/>
            <a:ext cx="3030141" cy="92410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342900" y="3141486"/>
            <a:ext cx="3030141" cy="570741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3483770" y="2217385"/>
            <a:ext cx="3031331" cy="92410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3483770" y="3141486"/>
            <a:ext cx="3031331" cy="570741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03903-F653-4C89-995E-2E3561D73305}" type="datetimeFigureOut">
              <a:rPr lang="ko-KR" altLang="en-US" smtClean="0"/>
              <a:t>2026-04-18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08A33-9E4B-4350-8BF0-E1F6B38E7D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923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03903-F653-4C89-995E-2E3561D73305}" type="datetimeFigureOut">
              <a:rPr lang="ko-KR" altLang="en-US" smtClean="0"/>
              <a:t>2026-04-18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08A33-9E4B-4350-8BF0-E1F6B38E7D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57157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03903-F653-4C89-995E-2E3561D73305}" type="datetimeFigureOut">
              <a:rPr lang="ko-KR" altLang="en-US" smtClean="0"/>
              <a:t>2026-04-18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08A33-9E4B-4350-8BF0-E1F6B38E7D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49926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42901" y="394406"/>
            <a:ext cx="2256235" cy="1678517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681288" y="394406"/>
            <a:ext cx="3833813" cy="845449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342901" y="2072923"/>
            <a:ext cx="2256235" cy="677598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03903-F653-4C89-995E-2E3561D73305}" type="datetimeFigureOut">
              <a:rPr lang="ko-KR" altLang="en-US" smtClean="0"/>
              <a:t>2026-04-18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08A33-9E4B-4350-8BF0-E1F6B38E7D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24678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344216" y="6934201"/>
            <a:ext cx="4114800" cy="818622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344216" y="885119"/>
            <a:ext cx="4114800" cy="59436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344216" y="7752823"/>
            <a:ext cx="4114800" cy="1162578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03903-F653-4C89-995E-2E3561D73305}" type="datetimeFigureOut">
              <a:rPr lang="ko-KR" altLang="en-US" smtClean="0"/>
              <a:t>2026-04-18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08A33-9E4B-4350-8BF0-E1F6B38E7D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97864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03903-F653-4C89-995E-2E3561D73305}" type="datetimeFigureOut">
              <a:rPr lang="ko-KR" altLang="en-US" smtClean="0"/>
              <a:t>2026-04-18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08A33-9E4B-4350-8BF0-E1F6B38E7D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15648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3729037" y="529697"/>
            <a:ext cx="1157288" cy="1126807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257176" y="529697"/>
            <a:ext cx="3357563" cy="1126807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03903-F653-4C89-995E-2E3561D73305}" type="datetimeFigureOut">
              <a:rPr lang="ko-KR" altLang="en-US" smtClean="0"/>
              <a:t>2026-04-18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08A33-9E4B-4350-8BF0-E1F6B38E7D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1120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342900" y="396699"/>
            <a:ext cx="6172200" cy="1651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0" y="2311402"/>
            <a:ext cx="6172200" cy="65375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342900" y="9181396"/>
            <a:ext cx="1600200" cy="52740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303903-F653-4C89-995E-2E3561D73305}" type="datetimeFigureOut">
              <a:rPr lang="ko-KR" altLang="en-US" smtClean="0"/>
              <a:t>2026-04-18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2343150" y="9181396"/>
            <a:ext cx="2171700" cy="52740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4914900" y="9181396"/>
            <a:ext cx="1600200" cy="52740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008A33-9E4B-4350-8BF0-E1F6B38E7D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32503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162511" y="200472"/>
            <a:ext cx="17235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000" b="1" dirty="0" smtClean="0">
                <a:latin typeface="HY견고딕" panose="02030600000101010101" pitchFamily="18" charset="-127"/>
                <a:ea typeface="HY견고딕" panose="02030600000101010101" pitchFamily="18" charset="-127"/>
              </a:rPr>
              <a:t>완료사진</a:t>
            </a:r>
            <a:endParaRPr lang="en-US" altLang="ko-KR" sz="3000" b="1" dirty="0" smtClean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endParaRPr lang="ko-KR" alt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3818695" y="344488"/>
            <a:ext cx="20585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 err="1" smtClean="0"/>
              <a:t>강남</a:t>
            </a:r>
            <a:r>
              <a:rPr lang="ko-KR" altLang="en-US" b="1" dirty="0" err="1" smtClean="0"/>
              <a:t>지사</a:t>
            </a:r>
            <a:r>
              <a:rPr lang="ko-KR" altLang="en-US" dirty="0" smtClean="0"/>
              <a:t> </a:t>
            </a:r>
            <a:r>
              <a:rPr lang="en-US" altLang="ko-KR" dirty="0" smtClean="0"/>
              <a:t>- </a:t>
            </a:r>
            <a:r>
              <a:rPr lang="ko-KR" altLang="en-US" b="1" dirty="0" err="1" smtClean="0"/>
              <a:t>관저점</a:t>
            </a:r>
            <a:endParaRPr lang="ko-KR" altLang="en-US" b="1" dirty="0"/>
          </a:p>
        </p:txBody>
      </p:sp>
      <p:sp>
        <p:nvSpPr>
          <p:cNvPr id="6" name="직사각형 5"/>
          <p:cNvSpPr/>
          <p:nvPr/>
        </p:nvSpPr>
        <p:spPr>
          <a:xfrm>
            <a:off x="1590474" y="1325762"/>
            <a:ext cx="4358806" cy="24031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582362" y="3800873"/>
            <a:ext cx="1502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>
                <a:latin typeface="HY견고딕" panose="02030600000101010101" pitchFamily="18" charset="-127"/>
                <a:ea typeface="HY견고딕" panose="02030600000101010101" pitchFamily="18" charset="-127"/>
              </a:rPr>
              <a:t>작업 중 사진</a:t>
            </a: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1590474" y="4278091"/>
            <a:ext cx="4358806" cy="24031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582362" y="6753201"/>
            <a:ext cx="1502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>
                <a:latin typeface="HY견고딕" panose="02030600000101010101" pitchFamily="18" charset="-127"/>
                <a:ea typeface="HY견고딕" panose="02030600000101010101" pitchFamily="18" charset="-127"/>
              </a:rPr>
              <a:t>작업 후 사진</a:t>
            </a: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1590474" y="7230419"/>
            <a:ext cx="4358806" cy="24031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/>
          <p:cNvSpPr txBox="1"/>
          <p:nvPr/>
        </p:nvSpPr>
        <p:spPr>
          <a:xfrm>
            <a:off x="582362" y="848544"/>
            <a:ext cx="1502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>
                <a:latin typeface="HY견고딕" panose="02030600000101010101" pitchFamily="18" charset="-127"/>
                <a:ea typeface="HY견고딕" panose="02030600000101010101" pitchFamily="18" charset="-127"/>
              </a:rPr>
              <a:t>시공 전 사진</a:t>
            </a: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pic>
        <p:nvPicPr>
          <p:cNvPr id="1026" name="Picture 2" descr="C:\susanna\기업체\TCL\TCL 로고교체\작업화일-사진외\완료\충청지사\관저\KakaoTalk_20260213_162221577.jpg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327" t="20822" r="13952" b="26698"/>
          <a:stretch/>
        </p:blipFill>
        <p:spPr bwMode="auto">
          <a:xfrm rot="5400000">
            <a:off x="1427490" y="7795638"/>
            <a:ext cx="1963316" cy="1272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:\susanna\기업체\TCL\TCL 로고교체\작업화일-사진외\완료\충청지사\관저\KakaoTalk_20260213_162221577_01.jp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1165" y="7454561"/>
            <a:ext cx="2612091" cy="195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9" name="Picture 5" descr="C:\susanna\기업체\TCL\TCL 로고교체\작업화일-사진외\완료\충청지사\관저\KakaoTalk_20260213_162221577_04.jp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720659" y="4801111"/>
            <a:ext cx="1898537" cy="1423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:\susanna\기업체\TCL\TCL 로고교체\작업화일-사진외\완료\충청지사\관저\KakaoTalk_20260213_162221577_05.jp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636652" y="1779358"/>
            <a:ext cx="1994546" cy="14959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798243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13</Words>
  <Application>Microsoft Office PowerPoint</Application>
  <PresentationFormat>A4 용지(210x297mm)</PresentationFormat>
  <Paragraphs>5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HY견고딕</vt:lpstr>
      <vt:lpstr>맑은 고딕</vt:lpstr>
      <vt:lpstr>Arial</vt:lpstr>
      <vt:lpstr>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박수경</dc:creator>
  <cp:lastModifiedBy>한정현</cp:lastModifiedBy>
  <cp:revision>17</cp:revision>
  <dcterms:created xsi:type="dcterms:W3CDTF">2026-02-20T07:48:44Z</dcterms:created>
  <dcterms:modified xsi:type="dcterms:W3CDTF">2026-04-17T15:36:44Z</dcterms:modified>
</cp:coreProperties>
</file>