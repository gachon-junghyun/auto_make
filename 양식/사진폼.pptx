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258" y="-8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61048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호남지사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관저점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26" name="Picture 2" descr="C:\susanna\기업체\TCL\TCL 로고교체\작업화일-사진외\완료\충청지사\관저\KakaoTalk_20260213_16222157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7" t="20822" r="13952" b="26698"/>
          <a:stretch/>
        </p:blipFill>
        <p:spPr bwMode="auto">
          <a:xfrm rot="5400000">
            <a:off x="1427490" y="7795638"/>
            <a:ext cx="1963316" cy="127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susanna\기업체\TCL\TCL 로고교체\작업화일-사진외\완료\충청지사\관저\KakaoTalk_20260213_162221577_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165" y="7454561"/>
            <a:ext cx="2612091" cy="195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susanna\기업체\TCL\TCL 로고교체\작업화일-사진외\완료\충청지사\관저\KakaoTalk_20260213_162221577_0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720659" y="4801111"/>
            <a:ext cx="1898537" cy="142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susanna\기업체\TCL\TCL 로고교체\작업화일-사진외\완료\충청지사\관저\KakaoTalk_20260213_162221577_05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36652" y="1779358"/>
            <a:ext cx="1994546" cy="149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22</cp:revision>
  <dcterms:created xsi:type="dcterms:W3CDTF">2026-02-20T07:48:44Z</dcterms:created>
  <dcterms:modified xsi:type="dcterms:W3CDTF">2026-05-23T01:27:46Z</dcterms:modified>
</cp:coreProperties>
</file>