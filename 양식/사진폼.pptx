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858000" cy="9906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312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5" d="100"/>
          <a:sy n="75" d="100"/>
        </p:scale>
        <p:origin x="-3480" y="-96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3077283"/>
            <a:ext cx="5829300" cy="2123369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14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15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2"/>
            <a:ext cx="5829300" cy="196744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7"/>
            <a:ext cx="5829300" cy="216693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468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6" y="3081867"/>
            <a:ext cx="2257425" cy="87159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1" y="3081867"/>
            <a:ext cx="2257425" cy="87159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0759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0" y="2217385"/>
            <a:ext cx="3031331" cy="9241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0" y="3141486"/>
            <a:ext cx="3031331" cy="570741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715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99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1" y="394406"/>
            <a:ext cx="2256235" cy="167851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8" y="394406"/>
            <a:ext cx="3833813" cy="845449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1" y="2072923"/>
            <a:ext cx="2256235" cy="67759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6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3"/>
            <a:ext cx="4114800" cy="116257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78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564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697"/>
            <a:ext cx="1157288" cy="1126807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697"/>
            <a:ext cx="3357563" cy="1126807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120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2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6"/>
            <a:ext cx="16002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303903-F653-4C89-995E-2E3561D73305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9181396"/>
            <a:ext cx="21717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6"/>
            <a:ext cx="160020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008A33-9E4B-4350-8BF0-E1F6B38E7D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250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62511" y="200472"/>
            <a:ext cx="17235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000" b="1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완료사진</a:t>
            </a:r>
            <a:endParaRPr lang="en-US" altLang="ko-KR" sz="3000" b="1" dirty="0" smtClean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8695" y="344488"/>
            <a:ext cx="2058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smtClean="0"/>
              <a:t>강원지사</a:t>
            </a:r>
            <a:r>
              <a:rPr lang="ko-KR" altLang="en-US" dirty="0" smtClean="0"/>
              <a:t> </a:t>
            </a:r>
            <a:r>
              <a:rPr lang="en-US" altLang="ko-KR" dirty="0" smtClean="0"/>
              <a:t>- </a:t>
            </a:r>
            <a:r>
              <a:rPr lang="ko-KR" altLang="en-US" b="1" dirty="0" err="1" smtClean="0"/>
              <a:t>관저점</a:t>
            </a:r>
            <a:endParaRPr lang="ko-KR" altLang="en-US" b="1" dirty="0"/>
          </a:p>
        </p:txBody>
      </p:sp>
      <p:sp>
        <p:nvSpPr>
          <p:cNvPr id="6" name="직사각형 5"/>
          <p:cNvSpPr/>
          <p:nvPr/>
        </p:nvSpPr>
        <p:spPr>
          <a:xfrm>
            <a:off x="1590474" y="1325762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582362" y="3800873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작업 중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1590474" y="4278091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582362" y="6753201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작업 후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590474" y="7230419"/>
            <a:ext cx="4358806" cy="2403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82362" y="848544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HY견고딕" panose="02030600000101010101" pitchFamily="18" charset="-127"/>
                <a:ea typeface="HY견고딕" panose="02030600000101010101" pitchFamily="18" charset="-127"/>
              </a:rPr>
              <a:t>시공 전 사진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026" name="Picture 2" descr="C:\susanna\기업체\TCL\TCL 로고교체\작업화일-사진외\완료\충청지사\관저\KakaoTalk_20260213_162221577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27" t="20822" r="13952" b="26698"/>
          <a:stretch/>
        </p:blipFill>
        <p:spPr bwMode="auto">
          <a:xfrm rot="5400000">
            <a:off x="1427490" y="7795638"/>
            <a:ext cx="1963316" cy="1272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susanna\기업체\TCL\TCL 로고교체\작업화일-사진외\완료\충청지사\관저\KakaoTalk_20260213_162221577_01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165" y="7454561"/>
            <a:ext cx="2612091" cy="195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susanna\기업체\TCL\TCL 로고교체\작업화일-사진외\완료\충청지사\관저\KakaoTalk_20260213_162221577_04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720659" y="4801111"/>
            <a:ext cx="1898537" cy="1423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susanna\기업체\TCL\TCL 로고교체\작업화일-사진외\완료\충청지사\관저\KakaoTalk_20260213_162221577_05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36652" y="1779358"/>
            <a:ext cx="1994546" cy="1495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9824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13</Words>
  <Application>Microsoft Office PowerPoint</Application>
  <PresentationFormat>A4 용지(210x297mm)</PresentationFormat>
  <Paragraphs>5</Paragraphs>
  <Slides>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2" baseType="lpstr">
      <vt:lpstr>Office 테마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박수경</dc:creator>
  <cp:lastModifiedBy>박수경</cp:lastModifiedBy>
  <cp:revision>19</cp:revision>
  <dcterms:created xsi:type="dcterms:W3CDTF">2026-02-20T07:48:44Z</dcterms:created>
  <dcterms:modified xsi:type="dcterms:W3CDTF">2026-04-18T02:34:13Z</dcterms:modified>
</cp:coreProperties>
</file>